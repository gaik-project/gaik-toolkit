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9736" y="1467296"/>
            <a:ext cx="65045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Product Roadmap Review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935956" y="2114996"/>
            <a:ext cx="5377377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33"/>
              </a:lnSpc>
              <a:spcAft>
                <a:spcPts val="3000"/>
              </a:spcAft>
              <a:buNone/>
            </a:pPr>
            <a:r>
              <a:rPr lang="en-US" sz="2100" dirty="0">
                <a:solidFill>
                  <a:srgbClr val="A8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• Dashboard • API Modernization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8930" y="3078063"/>
            <a:ext cx="153611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225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7B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15, 2024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538710" y="3451324"/>
            <a:ext cx="41479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8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Chen | Mike Rodriguez | Lisa Park | James Wilson | David Kim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700088"/>
            <a:ext cx="8382000" cy="0"/>
          </a:xfrm>
          <a:prstGeom prst="line">
            <a:avLst/>
          </a:prstGeom>
          <a:noFill/>
          <a:ln w="28575">
            <a:solidFill>
              <a:srgbClr val="2D5A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28575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Status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2667000" cy="1552426"/>
          </a:xfrm>
          <a:prstGeom prst="roundRect">
            <a:avLst>
              <a:gd name="adj" fmla="val 4908"/>
            </a:avLst>
          </a:prstGeom>
          <a:solidFill>
            <a:srgbClr val="F5F8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952500"/>
            <a:ext cx="0" cy="1552426"/>
          </a:xfrm>
          <a:prstGeom prst="line">
            <a:avLst/>
          </a:prstGeom>
          <a:noFill/>
          <a:ln w="38100">
            <a:solidFill>
              <a:srgbClr val="2D5A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143000"/>
            <a:ext cx="229285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D5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76350" y="1482030"/>
            <a:ext cx="1057275" cy="114300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76350" y="1482030"/>
            <a:ext cx="898624" cy="114300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1710630"/>
            <a:ext cx="22928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 complete. Finishing offline sync. Onboarding UX revision in progress.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9600" y="2129730"/>
            <a:ext cx="2292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D5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Jan 15 Beta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238500" y="952500"/>
            <a:ext cx="2667000" cy="1552426"/>
          </a:xfrm>
          <a:prstGeom prst="roundRect">
            <a:avLst>
              <a:gd name="adj" fmla="val 4908"/>
            </a:avLst>
          </a:prstGeom>
          <a:solidFill>
            <a:srgbClr val="F5F8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57550" y="952500"/>
            <a:ext cx="0" cy="1552426"/>
          </a:xfrm>
          <a:prstGeom prst="line">
            <a:avLst/>
          </a:prstGeom>
          <a:noFill/>
          <a:ln w="38100">
            <a:solidFill>
              <a:srgbClr val="2D5A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7100" y="1143000"/>
            <a:ext cx="229285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D5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Redesign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33850" y="1482030"/>
            <a:ext cx="1057275" cy="114300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33850" y="1482030"/>
            <a:ext cx="739973" cy="1143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67100" y="1710630"/>
            <a:ext cx="22928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critical bugs in data visualization. 5 fixed, 3 remaining by Wednesday.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67100" y="2129730"/>
            <a:ext cx="2292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D5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Dec 30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096000" y="952500"/>
            <a:ext cx="2667000" cy="1552426"/>
          </a:xfrm>
          <a:prstGeom prst="roundRect">
            <a:avLst>
              <a:gd name="adj" fmla="val 4908"/>
            </a:avLst>
          </a:prstGeom>
          <a:solidFill>
            <a:srgbClr val="F5F8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115050" y="952500"/>
            <a:ext cx="0" cy="1552426"/>
          </a:xfrm>
          <a:prstGeom prst="line">
            <a:avLst/>
          </a:prstGeom>
          <a:noFill/>
          <a:ln w="38100">
            <a:solidFill>
              <a:srgbClr val="2D5A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4600" y="1143000"/>
            <a:ext cx="229285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D5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Modernization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991350" y="1482030"/>
            <a:ext cx="1057275" cy="114300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991350" y="1482030"/>
            <a:ext cx="634305" cy="1143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24600" y="1710630"/>
            <a:ext cx="22928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approach approved. GraphQL read-only Q3, write operations Q4.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24600" y="2129730"/>
            <a:ext cx="22928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D5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Phased Q3/Q4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Product Roadmap Review</dc:title>
  <dc:subject>PptxGenJS Presentation</dc:subject>
  <dc:creator>Product Team</dc:creator>
  <cp:lastModifiedBy>Product Team</cp:lastModifiedBy>
  <cp:revision>1</cp:revision>
  <dcterms:created xsi:type="dcterms:W3CDTF">2025-12-30T20:42:13Z</dcterms:created>
  <dcterms:modified xsi:type="dcterms:W3CDTF">2025-12-30T20:42:13Z</dcterms:modified>
</cp:coreProperties>
</file>