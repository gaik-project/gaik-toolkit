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5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24"/>
  </p:notesMasterIdLst>
  <p:sldIdLst/>
  <p:sldSz cx="12192000" cy="6858000"/>
  <p:notesSz cx="6858000" cy="12192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8692" autoAdjust="0"/>
  </p:normalViewPr>
  <p:slideViewPr>
    <p:cSldViewPr snapToGrid="0" snapToObjects="1">
      <p:cViewPr varScale="1">
        <p:scale>
          <a:sx n="96" d="100"/>
          <a:sy n="96" d="100"/>
        </p:scale>
        <p:origin x="10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914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7372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5501"/>
            <a:ext cx="10566400" cy="4419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060285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863482-3E3E-724A-87A8-CA82245B7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125200" cy="1223963"/>
          </a:xfrm>
          <a:prstGeom prst="rect">
            <a:avLst/>
          </a:prstGeom>
        </p:spPr>
        <p:txBody>
          <a:bodyPr vert="horz" lIns="0" tIns="0" rIns="0" bIns="3600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C45BB-E865-604D-BAD8-9A4AAA649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1773238"/>
            <a:ext cx="11125200" cy="4140200"/>
          </a:xfrm>
          <a:prstGeom prst="rect">
            <a:avLst/>
          </a:prstGeom>
        </p:spPr>
        <p:txBody>
          <a:bodyPr vert="horz" lIns="0" tIns="0" rIns="0" bIns="36000" numCol="2" spcCol="36000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BB03F7-6D8B-994F-B00B-57FCFD1550EE}"/>
              </a:ext>
            </a:extLst>
          </p:cNvPr>
          <p:cNvSpPr/>
          <p:nvPr/>
        </p:nvSpPr>
        <p:spPr>
          <a:xfrm>
            <a:off x="0" y="6136545"/>
            <a:ext cx="12192000" cy="7214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BC0EF-580B-7B4D-8051-A442671FEF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288437"/>
            <a:ext cx="1864203" cy="3651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>
              <a:defRPr sz="1000">
                <a:solidFill>
                  <a:schemeClr val="accent2"/>
                </a:solidFill>
              </a:defRPr>
            </a:lvl1pPr>
          </a:lstStyle>
          <a:p>
            <a:fld id="{45F98643-D206-614D-B596-3C8548138211}" type="datetime1">
              <a:rPr lang="fi-FI" smtClean="0"/>
              <a:t>5.10.2026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AB0CA-CA1F-FC45-B0C9-FA79FC6B5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15066" y="6288437"/>
            <a:ext cx="7359718" cy="3651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endParaRPr lang="en-GB" dirty="0">
              <a:solidFill>
                <a:schemeClr val="accent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3BE1B-B189-8D41-8637-DAFFE0A4F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1759" y="6288437"/>
            <a:ext cx="3094304" cy="3651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r">
              <a:defRPr sz="1000">
                <a:solidFill>
                  <a:schemeClr val="accent2"/>
                </a:solidFill>
              </a:defRPr>
            </a:lvl1pPr>
          </a:lstStyle>
          <a:p>
            <a:fld id="{76BAB7ED-EDE9-4D4B-9A2D-30E18C47C16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3203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5"/>
  </p:sldLayoutIdLst>
  <p:hf sldNum="0" hdr="0" ftr="0" dt="0"/>
  <p:txStyles>
    <p:titleStyle>
      <a:lvl1pPr algn="l" defTabSz="914400" rtl="0" eaLnBrk="1" latinLnBrk="0" hangingPunct="1">
        <a:lnSpc>
          <a:spcPts val="39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ts val="2200"/>
        </a:lnSpc>
        <a:spcBef>
          <a:spcPts val="800"/>
        </a:spcBef>
        <a:buClr>
          <a:schemeClr val="accent2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16000" algn="l" defTabSz="914400" rtl="0" eaLnBrk="1" latinLnBrk="0" hangingPunct="1">
        <a:lnSpc>
          <a:spcPts val="2000"/>
        </a:lnSpc>
        <a:spcBef>
          <a:spcPts val="8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16000" algn="l" defTabSz="914400" rtl="0" eaLnBrk="1" latinLnBrk="0" hangingPunct="1">
        <a:lnSpc>
          <a:spcPts val="2000"/>
        </a:lnSpc>
        <a:spcBef>
          <a:spcPts val="8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16000" algn="l" defTabSz="914400" rtl="0" eaLnBrk="1" latinLnBrk="0" hangingPunct="1">
        <a:lnSpc>
          <a:spcPts val="2000"/>
        </a:lnSpc>
        <a:spcBef>
          <a:spcPts val="8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16000" algn="l" defTabSz="914400" rtl="0" eaLnBrk="1" latinLnBrk="0" hangingPunct="1">
        <a:lnSpc>
          <a:spcPts val="2000"/>
        </a:lnSpc>
        <a:spcBef>
          <a:spcPts val="8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47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orient="horz" pos="1117">
          <p15:clr>
            <a:srgbClr val="F26B43"/>
          </p15:clr>
        </p15:guide>
        <p15:guide id="7" orient="horz" pos="3725">
          <p15:clr>
            <a:srgbClr val="F26B43"/>
          </p15:clr>
        </p15:guide>
        <p15:guide id="8" orient="horz" pos="4178">
          <p15:clr>
            <a:srgbClr val="F26B43"/>
          </p15:clr>
        </p15:guide>
        <p15:guide id="9" pos="3727">
          <p15:clr>
            <a:srgbClr val="F26B43"/>
          </p15:clr>
        </p15:guide>
        <p15:guide id="10" pos="3953">
          <p15:clr>
            <a:srgbClr val="F26B43"/>
          </p15:clr>
        </p15:guide>
        <p15:guide id="11" pos="1912">
          <p15:clr>
            <a:srgbClr val="F26B43"/>
          </p15:clr>
        </p15:guide>
        <p15:guide id="12" pos="2139">
          <p15:clr>
            <a:srgbClr val="F26B43"/>
          </p15:clr>
        </p15:guide>
        <p15:guide id="13" pos="5541">
          <p15:clr>
            <a:srgbClr val="F26B43"/>
          </p15:clr>
        </p15:guide>
        <p15:guide id="14" pos="5768">
          <p15:clr>
            <a:srgbClr val="F26B43"/>
          </p15:clr>
        </p15:guide>
        <p15:guide id="15" pos="4067">
          <p15:clr>
            <a:srgbClr val="F26B43"/>
          </p15:clr>
        </p15:guide>
        <p15:guide id="16" orient="horz" pos="3861">
          <p15:clr>
            <a:srgbClr val="F26B43"/>
          </p15:clr>
        </p15:guide>
        <p15:guide id="17" orient="horz" pos="1480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Theme1">
  <a:themeElements>
    <a:clrScheme name="Custom 18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9C2"/>
      </a:accent1>
      <a:accent2>
        <a:srgbClr val="8BADDC"/>
      </a:accent2>
      <a:accent3>
        <a:srgbClr val="00AACD"/>
      </a:accent3>
      <a:accent4>
        <a:srgbClr val="CAD510"/>
      </a:accent4>
      <a:accent5>
        <a:srgbClr val="99C879"/>
      </a:accent5>
      <a:accent6>
        <a:srgbClr val="FBB900"/>
      </a:accent6>
      <a:hlink>
        <a:srgbClr val="DF006E"/>
      </a:hlink>
      <a:folHlink>
        <a:srgbClr val="888B8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2E3D893-0504-4567-B6BE-E202CBF274F2}" vid="{BBC7BF0D-5576-4240-90EF-602466A0AD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115</TotalTime>
  <Words>12809</Words>
  <Application>Microsoft Office PowerPoint</Application>
  <PresentationFormat>Widescreen</PresentationFormat>
  <Paragraphs>877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IBM Plex Mono</vt:lpstr>
      <vt:lpstr>IBM Plex Sans</vt:lpstr>
      <vt:lpstr>Montserrat</vt:lpstr>
      <vt:lpstr>Source Serif 4</vt:lpstr>
      <vt:lpstr>Wingdings</vt:lpstr>
      <vt:lpstr>Theme1</vt:lpstr>
      <vt:lpstr>AI in Practice</vt:lpstr>
      <vt:lpstr>From Part 1 to Today’s Goals</vt:lpstr>
      <vt:lpstr>From Chat to Workflow</vt:lpstr>
      <vt:lpstr>Anatomy of a Context-Rich Prompt</vt:lpstr>
      <vt:lpstr>Same Tickets, Two Prompts</vt:lpstr>
      <vt:lpstr>Improve a Routine-Task Prompt</vt:lpstr>
      <vt:lpstr>Working with Sources</vt:lpstr>
      <vt:lpstr>From Answers to Useful Artifacts</vt:lpstr>
      <vt:lpstr>Choosing the Right Tool or Method</vt:lpstr>
      <vt:lpstr>ChatGPT: Selected Practical Features</vt:lpstr>
      <vt:lpstr>Claude: Five Distinct Capabilities</vt:lpstr>
      <vt:lpstr>Gemini: Selected Practical Features</vt:lpstr>
      <vt:lpstr>Connectors, Plugins and Permissions</vt:lpstr>
      <vt:lpstr>Designing a Personal Assistant</vt:lpstr>
      <vt:lpstr>What a Claude Skill Contains</vt:lpstr>
      <vt:lpstr>Design a Small Skill</vt:lpstr>
      <vt:lpstr>Vibe Coding with Claude Code</vt:lpstr>
      <vt:lpstr>Testing and Iterating on Generated Code</vt:lpstr>
      <vt:lpstr>Before You Trust or Share an Output</vt:lpstr>
      <vt:lpstr>Recap and Exit Ticket</vt:lpstr>
      <vt:lpstr>References (1/2)</vt:lpstr>
      <vt:lpstr>References (2/2)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template</dc:title>
  <dc:subject/>
  <dc:creator/>
  <cp:lastModifiedBy/>
  <cp:revision>72</cp:revision>
  <dcterms:created xsi:type="dcterms:W3CDTF">2026-10-05T13:29:31Z</dcterms:created>
  <dcterms:modified xsi:type="dcterms:W3CDTF">2026-10-05T19:32:00Z</dcterms:modified>
</cp:coreProperties>
</file>