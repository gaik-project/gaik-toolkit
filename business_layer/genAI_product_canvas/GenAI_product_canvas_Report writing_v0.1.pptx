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304"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B3AB8E-E590-4038-BB62-DAB3E69097A6}" v="1" dt="2026-02-06T16:25:14.8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6/11/relationships/changesInfo" Target="changesInfos/changesInfo1.xml"/><Relationship Id="rId9" Type="http://schemas.microsoft.com/office/2015/10/relationships/revisionInfo" Target="revisionInfo.xml"/><Relationship Id="rId10" Type="http://schemas.openxmlformats.org/officeDocument/2006/relationships/customXml" Target="../customXml/item1.xml"/><Relationship Id="rId11" Type="http://schemas.openxmlformats.org/officeDocument/2006/relationships/customXml" Target="../customXml/item2.xml"/><Relationship Id="rId12"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dryavtsev Dmitry" userId="0d8c633e-2865-4eba-89cb-1969e4bc504a" providerId="ADAL" clId="{6D4AA8ED-18D4-475F-B2E0-883CE4E9559C}"/>
    <pc:docChg chg="addSld modSld">
      <pc:chgData name="Kudryavtsev Dmitry" userId="0d8c633e-2865-4eba-89cb-1969e4bc504a" providerId="ADAL" clId="{6D4AA8ED-18D4-475F-B2E0-883CE4E9559C}" dt="2026-02-06T16:25:14.785" v="0"/>
      <pc:docMkLst>
        <pc:docMk/>
      </pc:docMkLst>
      <pc:sldChg chg="add">
        <pc:chgData name="Kudryavtsev Dmitry" userId="0d8c633e-2865-4eba-89cb-1969e4bc504a" providerId="ADAL" clId="{6D4AA8ED-18D4-475F-B2E0-883CE4E9559C}" dt="2026-02-06T16:25:14.785" v="0"/>
        <pc:sldMkLst>
          <pc:docMk/>
          <pc:sldMk cId="1686751078" sldId="30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91117-2112-2066-2181-F090EF7C88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0127881-C9FB-A623-A8D2-9B1562298D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4AF1644-B9C1-F82D-6D24-3F4AF123153D}"/>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5" name="Footer Placeholder 4">
            <a:extLst>
              <a:ext uri="{FF2B5EF4-FFF2-40B4-BE49-F238E27FC236}">
                <a16:creationId xmlns:a16="http://schemas.microsoft.com/office/drawing/2014/main" id="{5E37F847-E36D-8A2E-CCA5-4324C703B57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0A6BA4-2A48-F66C-0C10-118D7B896003}"/>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3101972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670DA-6484-BBF6-5761-4B54E152548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7262F14-009F-EE7B-08BD-3E6177E6D3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BEF377-B812-934D-675C-99DF78B8F9EA}"/>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5" name="Footer Placeholder 4">
            <a:extLst>
              <a:ext uri="{FF2B5EF4-FFF2-40B4-BE49-F238E27FC236}">
                <a16:creationId xmlns:a16="http://schemas.microsoft.com/office/drawing/2014/main" id="{D154A690-800E-A3F9-9635-F4041E3C78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6B58B6-1370-D460-96B9-BEA34912C725}"/>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1887173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689CF-C8FB-DDCD-153C-700BA2BB4E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66F0F24-8CC7-393C-3114-76C663F56F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A1B751-48F8-5A51-3B6A-E19E85FE79B0}"/>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5" name="Footer Placeholder 4">
            <a:extLst>
              <a:ext uri="{FF2B5EF4-FFF2-40B4-BE49-F238E27FC236}">
                <a16:creationId xmlns:a16="http://schemas.microsoft.com/office/drawing/2014/main" id="{66F88861-5E02-4678-4ADA-FFE39CA66A4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B57E8B4-13FB-B354-8599-B24158AF7FFE}"/>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3035762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39E7B-83CC-65A4-77B3-9DF3B9418A9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7B94D0A-B7D1-809A-A403-9FC873C9D4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2FA3712-BB92-6333-4414-DD1D3E8A4A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EDD4164-4F73-1CAE-74DA-8B03EED283E1}"/>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6" name="Footer Placeholder 5">
            <a:extLst>
              <a:ext uri="{FF2B5EF4-FFF2-40B4-BE49-F238E27FC236}">
                <a16:creationId xmlns:a16="http://schemas.microsoft.com/office/drawing/2014/main" id="{BBBABC73-203B-966E-C7BD-C2159F45911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13B4A39-67EB-F64A-5831-6EB85DF30B17}"/>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3229565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BCCD7-3866-22A3-246D-2615BD7B08B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FA05923-8B7F-6635-ADD5-FD77F09D6A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E239C0-2BF4-2AED-E333-F6C894FEA6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A9A4228-ECA2-4F65-1DFA-1920C67660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F7C27C-0C22-104E-3DA0-5DFD713192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FE8F402-A180-32C8-FCCF-318265CDB87C}"/>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8" name="Footer Placeholder 7">
            <a:extLst>
              <a:ext uri="{FF2B5EF4-FFF2-40B4-BE49-F238E27FC236}">
                <a16:creationId xmlns:a16="http://schemas.microsoft.com/office/drawing/2014/main" id="{A20769D3-DD08-CEBF-81BA-20051D2543D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1F2860C-13CD-CB2B-A918-89B574B3A51C}"/>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3672869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AA9D8-A98F-0567-AE91-BFB5D60791A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20B0DF6-4078-38A3-152B-2EB18689028E}"/>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4" name="Footer Placeholder 3">
            <a:extLst>
              <a:ext uri="{FF2B5EF4-FFF2-40B4-BE49-F238E27FC236}">
                <a16:creationId xmlns:a16="http://schemas.microsoft.com/office/drawing/2014/main" id="{32DEA7AC-F4EC-D34A-FA2C-1C544162B88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C09732C-E9EC-BD10-B5B0-4016E054BDDE}"/>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1861121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134C90-8DED-BAB0-B520-4744F89B52B4}"/>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3" name="Footer Placeholder 2">
            <a:extLst>
              <a:ext uri="{FF2B5EF4-FFF2-40B4-BE49-F238E27FC236}">
                <a16:creationId xmlns:a16="http://schemas.microsoft.com/office/drawing/2014/main" id="{8520B17A-6698-C719-2201-67C16D3F609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C3627B5-2E1E-2EB5-5F00-0C49A449E64B}"/>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939722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EAE26-F690-7DCF-C155-5BD97724F4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5A61D5E-7F97-A4FA-6ED2-FB0F01B9E4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2901ADD-23CE-B7E4-9D3F-14534CD0E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CE151-F78C-B158-DEB8-8756A4D148A0}"/>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6" name="Footer Placeholder 5">
            <a:extLst>
              <a:ext uri="{FF2B5EF4-FFF2-40B4-BE49-F238E27FC236}">
                <a16:creationId xmlns:a16="http://schemas.microsoft.com/office/drawing/2014/main" id="{17765E8C-11A2-25D8-E5B0-A9F9A46A00D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10A97D-3B62-C487-A2D9-99D263AE2FF0}"/>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194647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1D238-1650-35B5-60BD-A98A4B5C7E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C110F6A-1184-BB3B-675E-D73633D2B0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48A2F43-C9CE-1653-8070-2B3012826F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691497-B4AC-4902-AC43-54EC2314A1B7}"/>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6" name="Footer Placeholder 5">
            <a:extLst>
              <a:ext uri="{FF2B5EF4-FFF2-40B4-BE49-F238E27FC236}">
                <a16:creationId xmlns:a16="http://schemas.microsoft.com/office/drawing/2014/main" id="{91E7DA12-08A0-284D-690A-01253CA3B9A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5FF3D0-FD7E-D96A-83DA-12C54A558F12}"/>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3327818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02C83-27EB-3EED-3747-CF18CDA188E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A7ECEC9-A372-A8C6-5F1C-B1A2C6340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0C902A-5EE7-02F5-5CE5-CDF5D6943676}"/>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5" name="Footer Placeholder 4">
            <a:extLst>
              <a:ext uri="{FF2B5EF4-FFF2-40B4-BE49-F238E27FC236}">
                <a16:creationId xmlns:a16="http://schemas.microsoft.com/office/drawing/2014/main" id="{728DC6A4-DAF5-F799-0D6C-015A7BC8F5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B7CD7A2-4173-B546-9153-1474CC81C453}"/>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2275401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A7E384-7647-9570-5B36-296E5EB09B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C612A8E-C61D-91E4-649B-30A650E5E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653EC26-0766-5E3C-8EA4-1BD0262509D3}"/>
              </a:ext>
            </a:extLst>
          </p:cNvPr>
          <p:cNvSpPr>
            <a:spLocks noGrp="1"/>
          </p:cNvSpPr>
          <p:nvPr>
            <p:ph type="dt" sz="half" idx="10"/>
          </p:nvPr>
        </p:nvSpPr>
        <p:spPr/>
        <p:txBody>
          <a:bodyPr/>
          <a:lstStyle/>
          <a:p>
            <a:fld id="{91BFEFCF-F13F-45E0-9123-2A5153844612}" type="datetimeFigureOut">
              <a:rPr lang="en-GB" smtClean="0"/>
              <a:t>06/02/2026</a:t>
            </a:fld>
            <a:endParaRPr lang="en-GB"/>
          </a:p>
        </p:txBody>
      </p:sp>
      <p:sp>
        <p:nvSpPr>
          <p:cNvPr id="5" name="Footer Placeholder 4">
            <a:extLst>
              <a:ext uri="{FF2B5EF4-FFF2-40B4-BE49-F238E27FC236}">
                <a16:creationId xmlns:a16="http://schemas.microsoft.com/office/drawing/2014/main" id="{06C0A261-A9A0-78AA-E5EB-85A400048E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F454F0-3795-CAD2-A3EC-7566063BC09A}"/>
              </a:ext>
            </a:extLst>
          </p:cNvPr>
          <p:cNvSpPr>
            <a:spLocks noGrp="1"/>
          </p:cNvSpPr>
          <p:nvPr>
            <p:ph type="sldNum" sz="quarter" idx="12"/>
          </p:nvPr>
        </p:nvSpPr>
        <p:spPr/>
        <p:txBody>
          <a:bodyPr/>
          <a:lstStyle/>
          <a:p>
            <a:fld id="{4463573C-1AFB-4A8A-9EF5-49C80A5C0D66}" type="slidenum">
              <a:rPr lang="en-GB" smtClean="0"/>
              <a:t>‹#›</a:t>
            </a:fld>
            <a:endParaRPr lang="en-GB"/>
          </a:p>
        </p:txBody>
      </p:sp>
    </p:spTree>
    <p:extLst>
      <p:ext uri="{BB962C8B-B14F-4D97-AF65-F5344CB8AC3E}">
        <p14:creationId xmlns:p14="http://schemas.microsoft.com/office/powerpoint/2010/main" val="449686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44F2DD0-4EFA-CC68-39AE-304097D9E64A}"/>
              </a:ext>
            </a:extLst>
          </p:cNvPr>
          <p:cNvSpPr>
            <a:spLocks noGrp="1"/>
          </p:cNvSpPr>
          <p:nvPr>
            <p:ph type="sldNum" sz="quarter" idx="12"/>
          </p:nvPr>
        </p:nvSpPr>
        <p:spPr>
          <a:xfrm>
            <a:off x="10860657" y="6288437"/>
            <a:ext cx="815406" cy="365125"/>
          </a:xfrm>
          <a:prstGeom prst="rect">
            <a:avLst/>
          </a:prstGeom>
        </p:spPr>
        <p:txBody>
          <a:bodyPr/>
          <a:lstStyle/>
          <a:p>
            <a:fld id="{D2E17652-E0E3-4679-AD73-518C995FCB2A}" type="slidenum">
              <a:rPr lang="LID4096" smtClean="0"/>
              <a:t>‹#›</a:t>
            </a:fld>
            <a:endParaRPr lang="LID4096"/>
          </a:p>
        </p:txBody>
      </p:sp>
    </p:spTree>
    <p:extLst>
      <p:ext uri="{BB962C8B-B14F-4D97-AF65-F5344CB8AC3E}">
        <p14:creationId xmlns:p14="http://schemas.microsoft.com/office/powerpoint/2010/main" val="2205408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02_1Column">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1302588"/>
            <a:ext cx="11125198" cy="4610849"/>
          </a:xfrm>
        </p:spPr>
        <p:txBody>
          <a:bodyPr numCol="1"/>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a:p>
        </p:txBody>
      </p:sp>
      <p:sp>
        <p:nvSpPr>
          <p:cNvPr id="3" name="Title Placeholder 1">
            <a:extLst>
              <a:ext uri="{FF2B5EF4-FFF2-40B4-BE49-F238E27FC236}">
                <a16:creationId xmlns:a16="http://schemas.microsoft.com/office/drawing/2014/main" id="{5F94154B-3085-69DC-543E-666622E090F6}"/>
              </a:ext>
            </a:extLst>
          </p:cNvPr>
          <p:cNvSpPr>
            <a:spLocks noGrp="1"/>
          </p:cNvSpPr>
          <p:nvPr>
            <p:ph type="title"/>
          </p:nvPr>
        </p:nvSpPr>
        <p:spPr>
          <a:xfrm>
            <a:off x="550863" y="276045"/>
            <a:ext cx="11125200" cy="668517"/>
          </a:xfrm>
          <a:prstGeom prst="rect">
            <a:avLst/>
          </a:prstGeom>
        </p:spPr>
        <p:txBody>
          <a:bodyPr vert="horz" lIns="0" tIns="0" rIns="0" bIns="36000" rtlCol="0" anchor="t" anchorCtr="0">
            <a:normAutofit/>
          </a:bodyPr>
          <a:lstStyle/>
          <a:p>
            <a:r>
              <a:rPr lang="en-US"/>
              <a:t>Click to edit Master title style</a:t>
            </a:r>
            <a:endParaRPr lang="en-GB"/>
          </a:p>
        </p:txBody>
      </p:sp>
    </p:spTree>
    <p:extLst>
      <p:ext uri="{BB962C8B-B14F-4D97-AF65-F5344CB8AC3E}">
        <p14:creationId xmlns:p14="http://schemas.microsoft.com/office/powerpoint/2010/main" val="23718137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CE082-2168-4BAE-A930-81823E3D8B6D}"/>
              </a:ext>
            </a:extLst>
          </p:cNvPr>
          <p:cNvSpPr>
            <a:spLocks noGrp="1"/>
          </p:cNvSpPr>
          <p:nvPr>
            <p:ph type="title"/>
          </p:nvPr>
        </p:nvSpPr>
        <p:spPr>
          <a:xfrm>
            <a:off x="1742535" y="31857"/>
            <a:ext cx="10248179" cy="986059"/>
          </a:xfrm>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EEE479A4-90EE-494F-9E2B-028C3F2D0466}"/>
              </a:ext>
            </a:extLst>
          </p:cNvPr>
          <p:cNvSpPr>
            <a:spLocks noGrp="1"/>
          </p:cNvSpPr>
          <p:nvPr>
            <p:ph idx="1"/>
          </p:nvPr>
        </p:nvSpPr>
        <p:spPr>
          <a:xfrm>
            <a:off x="838200" y="1511464"/>
            <a:ext cx="10515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6E25713A-AD1F-4D30-BE81-AE33745AB973}"/>
              </a:ext>
            </a:extLst>
          </p:cNvPr>
          <p:cNvSpPr>
            <a:spLocks noGrp="1"/>
          </p:cNvSpPr>
          <p:nvPr>
            <p:ph type="dt" sz="half" idx="10"/>
          </p:nvPr>
        </p:nvSpPr>
        <p:spPr/>
        <p:txBody>
          <a:bodyPr/>
          <a:lstStyle/>
          <a:p>
            <a:fld id="{F3B7932F-4BD0-4E2C-BF36-5010C84A111F}" type="datetimeFigureOut">
              <a:rPr lang="LID4096" smtClean="0"/>
              <a:t>02/06/2026</a:t>
            </a:fld>
            <a:endParaRPr lang="LID4096"/>
          </a:p>
        </p:txBody>
      </p:sp>
      <p:sp>
        <p:nvSpPr>
          <p:cNvPr id="5" name="Footer Placeholder 4">
            <a:extLst>
              <a:ext uri="{FF2B5EF4-FFF2-40B4-BE49-F238E27FC236}">
                <a16:creationId xmlns:a16="http://schemas.microsoft.com/office/drawing/2014/main" id="{F8C65B76-DBB2-4741-90C0-9426D5875DE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BD4B235-6322-4F40-95D6-6FEA9BF10E66}"/>
              </a:ext>
            </a:extLst>
          </p:cNvPr>
          <p:cNvSpPr>
            <a:spLocks noGrp="1"/>
          </p:cNvSpPr>
          <p:nvPr>
            <p:ph type="sldNum" sz="quarter" idx="12"/>
          </p:nvPr>
        </p:nvSpPr>
        <p:spPr/>
        <p:txBody>
          <a:bodyPr/>
          <a:lstStyle/>
          <a:p>
            <a:fld id="{D2E17652-E0E3-4679-AD73-518C995FCB2A}" type="slidenum">
              <a:rPr lang="LID4096" smtClean="0"/>
              <a:t>‹#›</a:t>
            </a:fld>
            <a:endParaRPr lang="LID4096"/>
          </a:p>
        </p:txBody>
      </p:sp>
      <p:pic>
        <p:nvPicPr>
          <p:cNvPr id="8" name="Picture 7" descr="A logo for a company&#10;&#10;AI-generated content may be incorrect.">
            <a:extLst>
              <a:ext uri="{FF2B5EF4-FFF2-40B4-BE49-F238E27FC236}">
                <a16:creationId xmlns:a16="http://schemas.microsoft.com/office/drawing/2014/main" id="{A2AAAD7C-BC8F-8299-39CC-A4B0955B4B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585" y="31857"/>
            <a:ext cx="1431530" cy="694428"/>
          </a:xfrm>
          <a:prstGeom prst="rect">
            <a:avLst/>
          </a:prstGeom>
        </p:spPr>
      </p:pic>
    </p:spTree>
    <p:extLst>
      <p:ext uri="{BB962C8B-B14F-4D97-AF65-F5344CB8AC3E}">
        <p14:creationId xmlns:p14="http://schemas.microsoft.com/office/powerpoint/2010/main" val="8349354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theme" Target="../theme/theme2.xml"/><Relationship Id="rId5" Type="http://schemas.openxmlformats.org/officeDocument/2006/relationships/image" Target="../media/image1.png"/><Relationship Id="rId6" Type="http://schemas.openxmlformats.org/officeDocument/2006/relationships/image" Target="../media/image2.jpe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D1C7EA-C409-DD35-42DC-FD77860DEE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D0E22A7-B5A7-9841-511B-F413C10372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C72968-347D-D328-C921-435E61548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BFEFCF-F13F-45E0-9123-2A5153844612}" type="datetimeFigureOut">
              <a:rPr lang="en-GB" smtClean="0"/>
              <a:t>06/02/2026</a:t>
            </a:fld>
            <a:endParaRPr lang="en-GB"/>
          </a:p>
        </p:txBody>
      </p:sp>
      <p:sp>
        <p:nvSpPr>
          <p:cNvPr id="5" name="Footer Placeholder 4">
            <a:extLst>
              <a:ext uri="{FF2B5EF4-FFF2-40B4-BE49-F238E27FC236}">
                <a16:creationId xmlns:a16="http://schemas.microsoft.com/office/drawing/2014/main" id="{1B887038-67FE-C395-833B-D5FA337EC4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FC353D7-BBB6-728B-59CA-D2851EC917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63573C-1AFB-4A8A-9EF5-49C80A5C0D66}" type="slidenum">
              <a:rPr lang="en-GB" smtClean="0"/>
              <a:t>‹#›</a:t>
            </a:fld>
            <a:endParaRPr lang="en-GB"/>
          </a:p>
        </p:txBody>
      </p:sp>
    </p:spTree>
    <p:extLst>
      <p:ext uri="{BB962C8B-B14F-4D97-AF65-F5344CB8AC3E}">
        <p14:creationId xmlns:p14="http://schemas.microsoft.com/office/powerpoint/2010/main" val="7849394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863482-3E3E-724A-87A8-CA82245B73AB}"/>
              </a:ext>
            </a:extLst>
          </p:cNvPr>
          <p:cNvSpPr>
            <a:spLocks noGrp="1"/>
          </p:cNvSpPr>
          <p:nvPr>
            <p:ph type="title"/>
          </p:nvPr>
        </p:nvSpPr>
        <p:spPr>
          <a:xfrm>
            <a:off x="550863" y="326169"/>
            <a:ext cx="11125199" cy="959168"/>
          </a:xfrm>
          <a:prstGeom prst="rect">
            <a:avLst/>
          </a:prstGeom>
        </p:spPr>
        <p:txBody>
          <a:bodyPr vert="horz" lIns="0" tIns="0" rIns="0" bIns="36000" rtlCol="0" anchor="t" anchorCtr="0">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EDC45BB-E865-604D-BAD8-9A4AAA649D6B}"/>
              </a:ext>
            </a:extLst>
          </p:cNvPr>
          <p:cNvSpPr>
            <a:spLocks noGrp="1"/>
          </p:cNvSpPr>
          <p:nvPr>
            <p:ph type="body" idx="1"/>
          </p:nvPr>
        </p:nvSpPr>
        <p:spPr>
          <a:xfrm>
            <a:off x="550863" y="1609336"/>
            <a:ext cx="11125200" cy="4140200"/>
          </a:xfrm>
          <a:prstGeom prst="rect">
            <a:avLst/>
          </a:prstGeom>
        </p:spPr>
        <p:txBody>
          <a:bodyPr vert="horz" lIns="0" tIns="0" rIns="0" bIns="36000" numCol="2" spcCol="36000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EFBB03F7-6D8B-994F-B00B-57FCFD1550EE}"/>
              </a:ext>
            </a:extLst>
          </p:cNvPr>
          <p:cNvSpPr/>
          <p:nvPr userDrawn="1"/>
        </p:nvSpPr>
        <p:spPr>
          <a:xfrm>
            <a:off x="0" y="6136545"/>
            <a:ext cx="12192000" cy="7214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lide Number Placeholder 5">
            <a:extLst>
              <a:ext uri="{FF2B5EF4-FFF2-40B4-BE49-F238E27FC236}">
                <a16:creationId xmlns:a16="http://schemas.microsoft.com/office/drawing/2014/main" id="{0FA3BE1B-B189-8D41-8637-DAFFE0A4FFC7}"/>
              </a:ext>
            </a:extLst>
          </p:cNvPr>
          <p:cNvSpPr>
            <a:spLocks noGrp="1"/>
          </p:cNvSpPr>
          <p:nvPr>
            <p:ph type="sldNum" sz="quarter" idx="4"/>
          </p:nvPr>
        </p:nvSpPr>
        <p:spPr>
          <a:xfrm>
            <a:off x="11291977" y="6288437"/>
            <a:ext cx="384086" cy="365125"/>
          </a:xfrm>
          <a:prstGeom prst="rect">
            <a:avLst/>
          </a:prstGeom>
        </p:spPr>
        <p:txBody>
          <a:bodyPr vert="horz" lIns="0" tIns="0" rIns="0" bIns="0" rtlCol="0" anchor="b" anchorCtr="0">
            <a:normAutofit/>
          </a:bodyPr>
          <a:lstStyle>
            <a:lvl1pPr algn="r">
              <a:defRPr sz="1000">
                <a:solidFill>
                  <a:schemeClr val="accent2"/>
                </a:solidFill>
              </a:defRPr>
            </a:lvl1pPr>
          </a:lstStyle>
          <a:p>
            <a:fld id="{76BAB7ED-EDE9-4D4B-9A2D-30E18C47C16E}" type="slidenum">
              <a:rPr lang="en-GB" smtClean="0"/>
              <a:pPr/>
              <a:t>‹#›</a:t>
            </a:fld>
            <a:endParaRPr lang="en-GB"/>
          </a:p>
        </p:txBody>
      </p:sp>
      <p:pic>
        <p:nvPicPr>
          <p:cNvPr id="10" name="Picture 9" descr="A black background with white text&#10;&#10;Description automatically generated">
            <a:extLst>
              <a:ext uri="{FF2B5EF4-FFF2-40B4-BE49-F238E27FC236}">
                <a16:creationId xmlns:a16="http://schemas.microsoft.com/office/drawing/2014/main" id="{169003C9-084D-FC26-1D39-0D7492481758}"/>
              </a:ext>
            </a:extLst>
          </p:cNvPr>
          <p:cNvPicPr>
            <a:picLocks noChangeAspect="1"/>
          </p:cNvPicPr>
          <p:nvPr userDrawn="1"/>
        </p:nvPicPr>
        <p:blipFill>
          <a:blip r:embed="rId5"/>
          <a:stretch>
            <a:fillRect/>
          </a:stretch>
        </p:blipFill>
        <p:spPr>
          <a:xfrm>
            <a:off x="123335" y="6224222"/>
            <a:ext cx="2396986" cy="534797"/>
          </a:xfrm>
          <a:prstGeom prst="rect">
            <a:avLst/>
          </a:prstGeom>
        </p:spPr>
      </p:pic>
      <p:pic>
        <p:nvPicPr>
          <p:cNvPr id="11" name="Picture 10" descr="A picture containing drawing&#10;&#10;Description automatically generated">
            <a:extLst>
              <a:ext uri="{FF2B5EF4-FFF2-40B4-BE49-F238E27FC236}">
                <a16:creationId xmlns:a16="http://schemas.microsoft.com/office/drawing/2014/main" id="{565E5AF0-B41F-D724-AC9E-2D9EC748B320}"/>
              </a:ext>
            </a:extLst>
          </p:cNvPr>
          <p:cNvPicPr>
            <a:picLocks noChangeAspect="1"/>
          </p:cNvPicPr>
          <p:nvPr userDrawn="1"/>
        </p:nvPicPr>
        <p:blipFill rotWithShape="1">
          <a:blip r:embed="rId6"/>
          <a:srcRect t="16005" b="22114"/>
          <a:stretch/>
        </p:blipFill>
        <p:spPr>
          <a:xfrm>
            <a:off x="4930715" y="6139166"/>
            <a:ext cx="1295400" cy="720021"/>
          </a:xfrm>
          <a:prstGeom prst="rect">
            <a:avLst/>
          </a:prstGeom>
        </p:spPr>
      </p:pic>
      <p:pic>
        <p:nvPicPr>
          <p:cNvPr id="12" name="Picture 11" descr="A white text on a black background&#10;&#10;AI-generated content may be incorrect.">
            <a:extLst>
              <a:ext uri="{FF2B5EF4-FFF2-40B4-BE49-F238E27FC236}">
                <a16:creationId xmlns:a16="http://schemas.microsoft.com/office/drawing/2014/main" id="{2D739856-1CBC-F3E7-8AB3-1220AB3FD405}"/>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975332" y="6305539"/>
            <a:ext cx="1119144" cy="369521"/>
          </a:xfrm>
          <a:prstGeom prst="rect">
            <a:avLst/>
          </a:prstGeom>
        </p:spPr>
      </p:pic>
      <p:pic>
        <p:nvPicPr>
          <p:cNvPr id="13" name="Picture 12" descr="A purple text on a black background&#10;&#10;AI-generated content may be incorrect.">
            <a:extLst>
              <a:ext uri="{FF2B5EF4-FFF2-40B4-BE49-F238E27FC236}">
                <a16:creationId xmlns:a16="http://schemas.microsoft.com/office/drawing/2014/main" id="{E3BB73EA-BD26-A591-9B30-DBD48FBFCDF2}"/>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869794" y="6165164"/>
            <a:ext cx="1667355" cy="650268"/>
          </a:xfrm>
          <a:prstGeom prst="rect">
            <a:avLst/>
          </a:prstGeom>
        </p:spPr>
      </p:pic>
      <p:pic>
        <p:nvPicPr>
          <p:cNvPr id="14" name="Picture 13" descr="A black and grey logo&#10;&#10;AI-generated content may be incorrect.">
            <a:extLst>
              <a:ext uri="{FF2B5EF4-FFF2-40B4-BE49-F238E27FC236}">
                <a16:creationId xmlns:a16="http://schemas.microsoft.com/office/drawing/2014/main" id="{F37C63C1-9AFF-4F83-B92E-E2185D3D9117}"/>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793748" y="6154365"/>
            <a:ext cx="1610206" cy="674940"/>
          </a:xfrm>
          <a:prstGeom prst="rect">
            <a:avLst/>
          </a:prstGeom>
        </p:spPr>
      </p:pic>
    </p:spTree>
    <p:extLst>
      <p:ext uri="{BB962C8B-B14F-4D97-AF65-F5344CB8AC3E}">
        <p14:creationId xmlns:p14="http://schemas.microsoft.com/office/powerpoint/2010/main" val="33238727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p:txStyles>
    <p:titleStyle>
      <a:lvl1pPr algn="l" defTabSz="914400" rtl="0" eaLnBrk="1" latinLnBrk="0" hangingPunct="1">
        <a:lnSpc>
          <a:spcPts val="3900"/>
        </a:lnSpc>
        <a:spcBef>
          <a:spcPct val="0"/>
        </a:spcBef>
        <a:buNone/>
        <a:defRPr sz="3600" b="1" kern="1200">
          <a:solidFill>
            <a:schemeClr val="accent1"/>
          </a:solidFill>
          <a:latin typeface="+mj-lt"/>
          <a:ea typeface="+mj-ea"/>
          <a:cs typeface="+mj-cs"/>
        </a:defRPr>
      </a:lvl1pPr>
    </p:titleStyle>
    <p:bodyStyle>
      <a:lvl1pPr marL="216000" indent="-216000" algn="l" defTabSz="914400" rtl="0" eaLnBrk="1" latinLnBrk="0" hangingPunct="1">
        <a:lnSpc>
          <a:spcPts val="2200"/>
        </a:lnSpc>
        <a:spcBef>
          <a:spcPts val="800"/>
        </a:spcBef>
        <a:buClr>
          <a:schemeClr val="accent2"/>
        </a:buClr>
        <a:buFont typeface="Wingdings" pitchFamily="2" charset="2"/>
        <a:buChar char="§"/>
        <a:defRPr sz="1800" kern="1200">
          <a:solidFill>
            <a:schemeClr val="tx1"/>
          </a:solidFill>
          <a:latin typeface="+mn-lt"/>
          <a:ea typeface="+mn-ea"/>
          <a:cs typeface="+mn-cs"/>
        </a:defRPr>
      </a:lvl1pPr>
      <a:lvl2pPr marL="72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2pPr>
      <a:lvl3pPr marL="108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3pPr>
      <a:lvl4pPr marL="144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4pPr>
      <a:lvl5pPr marL="180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47">
          <p15:clr>
            <a:srgbClr val="F26B43"/>
          </p15:clr>
        </p15:guide>
        <p15:guide id="4" pos="7355">
          <p15:clr>
            <a:srgbClr val="F26B43"/>
          </p15:clr>
        </p15:guide>
        <p15:guide id="5" orient="horz" pos="346">
          <p15:clr>
            <a:srgbClr val="F26B43"/>
          </p15:clr>
        </p15:guide>
        <p15:guide id="6" orient="horz" pos="1117">
          <p15:clr>
            <a:srgbClr val="F26B43"/>
          </p15:clr>
        </p15:guide>
        <p15:guide id="7" orient="horz" pos="3725">
          <p15:clr>
            <a:srgbClr val="F26B43"/>
          </p15:clr>
        </p15:guide>
        <p15:guide id="8" orient="horz" pos="4178">
          <p15:clr>
            <a:srgbClr val="F26B43"/>
          </p15:clr>
        </p15:guide>
        <p15:guide id="9" pos="3727">
          <p15:clr>
            <a:srgbClr val="F26B43"/>
          </p15:clr>
        </p15:guide>
        <p15:guide id="10" pos="3953">
          <p15:clr>
            <a:srgbClr val="F26B43"/>
          </p15:clr>
        </p15:guide>
        <p15:guide id="11" pos="1912">
          <p15:clr>
            <a:srgbClr val="F26B43"/>
          </p15:clr>
        </p15:guide>
        <p15:guide id="12" pos="2139">
          <p15:clr>
            <a:srgbClr val="F26B43"/>
          </p15:clr>
        </p15:guide>
        <p15:guide id="13" pos="5541">
          <p15:clr>
            <a:srgbClr val="F26B43"/>
          </p15:clr>
        </p15:guide>
        <p15:guide id="14" pos="5768">
          <p15:clr>
            <a:srgbClr val="F26B43"/>
          </p15:clr>
        </p15:guide>
        <p15:guide id="15" pos="4067">
          <p15:clr>
            <a:srgbClr val="F26B43"/>
          </p15:clr>
        </p15:guide>
        <p15:guide id="16" orient="horz" pos="3861">
          <p15:clr>
            <a:srgbClr val="F26B43"/>
          </p15:clr>
        </p15:guide>
        <p15:guide id="17" orient="horz" pos="14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D98B6-6D57-ECAF-70C3-E5A866ADF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040676-0182-2A3C-9815-43179F9D5A06}"/>
              </a:ext>
            </a:extLst>
          </p:cNvPr>
          <p:cNvSpPr>
            <a:spLocks noGrp="1"/>
          </p:cNvSpPr>
          <p:nvPr>
            <p:ph type="title"/>
          </p:nvPr>
        </p:nvSpPr>
        <p:spPr/>
        <p:txBody>
          <a:bodyPr>
            <a:noAutofit/>
          </a:bodyPr>
          <a:lstStyle/>
          <a:p>
            <a:r>
              <a:rPr lang="en-US" sz="3000" noProof="0"/>
              <a:t>GenAI product description: Report writing use case</a:t>
            </a:r>
            <a:br>
              <a:rPr lang="en-US" sz="3000" noProof="0"/>
            </a:br>
            <a:endParaRPr lang="en-US" sz="3000" noProof="0"/>
          </a:p>
        </p:txBody>
      </p:sp>
      <p:graphicFrame>
        <p:nvGraphicFramePr>
          <p:cNvPr id="20" name="Table 19">
            <a:extLst>
              <a:ext uri="{FF2B5EF4-FFF2-40B4-BE49-F238E27FC236}">
                <a16:creationId xmlns:a16="http://schemas.microsoft.com/office/drawing/2014/main" id="{83D16C2D-8D0A-25EA-C770-B32642BEE0E7}"/>
              </a:ext>
            </a:extLst>
          </p:cNvPr>
          <p:cNvGraphicFramePr>
            <a:graphicFrameLocks noGrp="1"/>
          </p:cNvGraphicFramePr>
          <p:nvPr/>
        </p:nvGraphicFramePr>
        <p:xfrm>
          <a:off x="550863" y="1100912"/>
          <a:ext cx="10782171" cy="4386102"/>
        </p:xfrm>
        <a:graphic>
          <a:graphicData uri="http://schemas.openxmlformats.org/drawingml/2006/table">
            <a:tbl>
              <a:tblPr>
                <a:tableStyleId>{5C22544A-7EE6-4342-B048-85BDC9FD1C3A}</a:tableStyleId>
              </a:tblPr>
              <a:tblGrid>
                <a:gridCol w="2058333">
                  <a:extLst>
                    <a:ext uri="{9D8B030D-6E8A-4147-A177-3AD203B41FA5}">
                      <a16:colId xmlns:a16="http://schemas.microsoft.com/office/drawing/2014/main" val="2927767909"/>
                    </a:ext>
                  </a:extLst>
                </a:gridCol>
                <a:gridCol w="8723838">
                  <a:extLst>
                    <a:ext uri="{9D8B030D-6E8A-4147-A177-3AD203B41FA5}">
                      <a16:colId xmlns:a16="http://schemas.microsoft.com/office/drawing/2014/main" val="4222207393"/>
                    </a:ext>
                  </a:extLst>
                </a:gridCol>
              </a:tblGrid>
              <a:tr h="296670">
                <a:tc>
                  <a:txBody>
                    <a:bodyPr/>
                    <a:lstStyle/>
                    <a:p>
                      <a:pPr>
                        <a:lnSpc>
                          <a:spcPct val="100000"/>
                        </a:lnSpc>
                        <a:spcAft>
                          <a:spcPts val="0"/>
                        </a:spcAft>
                        <a:buNone/>
                      </a:pPr>
                      <a:r>
                        <a:rPr lang="en-US" sz="1200" b="1" noProof="0">
                          <a:effectLst/>
                          <a:latin typeface="Aptos" panose="020B0004020202020204" pitchFamily="34" charset="0"/>
                          <a:ea typeface="Aptos" panose="020B0004020202020204" pitchFamily="34" charset="0"/>
                          <a:cs typeface="Arial" panose="020B0604020202020204" pitchFamily="34" charset="0"/>
                        </a:rPr>
                        <a:t>Name</a:t>
                      </a: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sz="1200" noProof="0">
                          <a:latin typeface="Aptos" panose="020B0004020202020204" pitchFamily="34" charset="0"/>
                        </a:rPr>
                        <a:t>Report writing assistant (construction report)</a:t>
                      </a:r>
                      <a:endParaRPr lang="en-US" sz="1200" noProof="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352935"/>
                  </a:ext>
                </a:extLst>
              </a:tr>
              <a:tr h="296670">
                <a:tc>
                  <a:txBody>
                    <a:bodyPr/>
                    <a:lstStyle/>
                    <a:p>
                      <a:pPr>
                        <a:lnSpc>
                          <a:spcPct val="100000"/>
                        </a:lnSpc>
                        <a:spcAft>
                          <a:spcPts val="0"/>
                        </a:spcAft>
                        <a:buNone/>
                      </a:pPr>
                      <a:r>
                        <a:rPr lang="en-US" sz="1200" b="1" noProof="0">
                          <a:effectLst/>
                          <a:latin typeface="Aptos" panose="020B0004020202020204" pitchFamily="34" charset="0"/>
                        </a:rPr>
                        <a:t>Task</a:t>
                      </a:r>
                      <a:endParaRPr lang="en-US" sz="1200" b="1" noProof="0">
                        <a:effectLst/>
                        <a:latin typeface="Aptos" panose="020B0004020202020204" pitchFamily="34" charset="0"/>
                        <a:ea typeface="Aptos" panose="020B0004020202020204" pitchFamily="34" charset="0"/>
                        <a:cs typeface="Arial" panose="020B0604020202020204" pitchFamily="34" charset="0"/>
                      </a:endParaRP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sz="1200" noProof="0">
                          <a:effectLst/>
                          <a:latin typeface="Aptos" panose="020B0004020202020204" pitchFamily="34" charset="0"/>
                          <a:ea typeface="Aptos" panose="020B0004020202020204" pitchFamily="34" charset="0"/>
                          <a:cs typeface="Arial" panose="020B0604020202020204" pitchFamily="34" charset="0"/>
                        </a:rPr>
                        <a:t>Report writing</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976604"/>
                  </a:ext>
                </a:extLst>
              </a:tr>
              <a:tr h="323988">
                <a:tc>
                  <a:txBody>
                    <a:bodyPr/>
                    <a:lstStyle/>
                    <a:p>
                      <a:pPr>
                        <a:lnSpc>
                          <a:spcPct val="100000"/>
                        </a:lnSpc>
                        <a:spcAft>
                          <a:spcPts val="0"/>
                        </a:spcAft>
                        <a:buNone/>
                      </a:pPr>
                      <a:r>
                        <a:rPr lang="en-US" sz="1200" b="1" noProof="0">
                          <a:effectLst/>
                          <a:latin typeface="Aptos" panose="020B0004020202020204" pitchFamily="34" charset="0"/>
                          <a:ea typeface="Aptos" panose="020B0004020202020204" pitchFamily="34" charset="0"/>
                          <a:cs typeface="Arial" panose="020B0604020202020204" pitchFamily="34" charset="0"/>
                        </a:rPr>
                        <a:t>Knowledge processes</a:t>
                      </a: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sz="1200" noProof="0">
                          <a:effectLst/>
                          <a:latin typeface="Aptos" panose="020B0004020202020204" pitchFamily="34" charset="0"/>
                          <a:ea typeface="Aptos" panose="020B0004020202020204" pitchFamily="34" charset="0"/>
                          <a:cs typeface="Arial" panose="020B0604020202020204" pitchFamily="34" charset="0"/>
                        </a:rPr>
                        <a:t>Knowledge Capture + Knowledge synthesis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6405193"/>
                  </a:ext>
                </a:extLst>
              </a:tr>
              <a:tr h="619118">
                <a:tc>
                  <a:txBody>
                    <a:bodyPr/>
                    <a:lstStyle/>
                    <a:p>
                      <a:pPr>
                        <a:lnSpc>
                          <a:spcPct val="100000"/>
                        </a:lnSpc>
                        <a:spcAft>
                          <a:spcPts val="0"/>
                        </a:spcAft>
                        <a:buNone/>
                      </a:pPr>
                      <a:r>
                        <a:rPr lang="en-US" sz="1200" b="1" noProof="0">
                          <a:effectLst/>
                          <a:latin typeface="Aptos" panose="020B0004020202020204" pitchFamily="34" charset="0"/>
                        </a:rPr>
                        <a:t>Business need</a:t>
                      </a:r>
                      <a:endParaRPr lang="en-US" sz="1200" b="1" noProof="0">
                        <a:effectLst/>
                        <a:latin typeface="Aptos" panose="020B0004020202020204" pitchFamily="34" charset="0"/>
                        <a:ea typeface="Aptos" panose="020B0004020202020204" pitchFamily="34" charset="0"/>
                        <a:cs typeface="Arial" panose="020B0604020202020204" pitchFamily="34" charset="0"/>
                      </a:endParaRP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sz="1200" noProof="0">
                          <a:effectLst/>
                          <a:latin typeface="Aptos" panose="020B0004020202020204" pitchFamily="34" charset="0"/>
                          <a:ea typeface="Aptos" panose="020B0004020202020204" pitchFamily="34" charset="0"/>
                          <a:cs typeface="Arial" panose="020B0604020202020204" pitchFamily="34" charset="0"/>
                        </a:rPr>
                        <a:t>Inspectors dictate observations on site and receive customer documents that differ in age, format and reliability. Merging both into the company's report template by hand takes hours per report, and an error or an untraceable statement weakens a report that the inspector signs and is accountable for.</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675391"/>
                  </a:ext>
                </a:extLst>
              </a:tr>
              <a:tr h="451476">
                <a:tc>
                  <a:txBody>
                    <a:bodyPr/>
                    <a:lstStyle/>
                    <a:p>
                      <a:pPr>
                        <a:lnSpc>
                          <a:spcPct val="100000"/>
                        </a:lnSpc>
                        <a:spcAft>
                          <a:spcPts val="0"/>
                        </a:spcAft>
                        <a:buNone/>
                      </a:pPr>
                      <a:r>
                        <a:rPr lang="en-US" sz="1200" b="1" noProof="0">
                          <a:effectLst/>
                          <a:latin typeface="Aptos" panose="020B0004020202020204" pitchFamily="34" charset="0"/>
                        </a:rPr>
                        <a:t>Solution</a:t>
                      </a:r>
                      <a:endParaRPr lang="en-US" sz="1200" b="1" noProof="0">
                        <a:effectLst/>
                        <a:latin typeface="Aptos" panose="020B0004020202020204" pitchFamily="34" charset="0"/>
                        <a:ea typeface="Aptos" panose="020B0004020202020204" pitchFamily="34" charset="0"/>
                        <a:cs typeface="Arial" panose="020B0604020202020204" pitchFamily="34" charset="0"/>
                      </a:endParaRP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sz="1200" noProof="0">
                          <a:effectLst/>
                          <a:latin typeface="Aptos" panose="020B0004020202020204" pitchFamily="34" charset="0"/>
                          <a:ea typeface="Aptos" panose="020B0004020202020204" pitchFamily="34" charset="0"/>
                          <a:cs typeface="Arial" panose="020B0604020202020204" pitchFamily="34" charset="0"/>
                        </a:rPr>
                        <a:t>The new AI-driven solution drafts the report on the company template from the site recordings and the customer documents. Every statement cites its source, conflicts between observations and documents are shown, and missing information is marked instead of filled in. The inspector reviews, corrects and signs the draft.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73145177"/>
                  </a:ext>
                </a:extLst>
              </a:tr>
              <a:tr h="0">
                <a:tc>
                  <a:txBody>
                    <a:bodyPr/>
                    <a:lstStyle/>
                    <a:p>
                      <a:pPr>
                        <a:lnSpc>
                          <a:spcPct val="100000"/>
                        </a:lnSpc>
                        <a:spcAft>
                          <a:spcPts val="0"/>
                        </a:spcAft>
                        <a:buNone/>
                      </a:pPr>
                      <a:r>
                        <a:rPr lang="en-US" sz="1200" b="1" noProof="0">
                          <a:effectLst/>
                          <a:latin typeface="Aptos" panose="020B0004020202020204" pitchFamily="34" charset="0"/>
                        </a:rPr>
                        <a:t>User/-s</a:t>
                      </a:r>
                      <a:endParaRPr lang="en-US" sz="1200" b="1" noProof="0">
                        <a:effectLst/>
                        <a:latin typeface="Aptos" panose="020B0004020202020204" pitchFamily="34" charset="0"/>
                        <a:ea typeface="Aptos" panose="020B0004020202020204" pitchFamily="34" charset="0"/>
                        <a:cs typeface="Arial" panose="020B0604020202020204" pitchFamily="34" charset="0"/>
                      </a:endParaRP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sz="1200" noProof="0">
                          <a:effectLst/>
                          <a:latin typeface="Aptos" panose="020B0004020202020204" pitchFamily="34" charset="0"/>
                          <a:ea typeface="Aptos" panose="020B0004020202020204" pitchFamily="34" charset="0"/>
                          <a:cs typeface="Arial" panose="020B0604020202020204" pitchFamily="34" charset="0"/>
                        </a:rPr>
                        <a:t>Inspectors (produce and sign the report), senior inspectors (quality assurance), customers (receive the report)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8092695"/>
                  </a:ext>
                </a:extLst>
              </a:tr>
              <a:tr h="561437">
                <a:tc>
                  <a:txBody>
                    <a:bodyPr/>
                    <a:lstStyle/>
                    <a:p>
                      <a:pPr>
                        <a:lnSpc>
                          <a:spcPct val="100000"/>
                        </a:lnSpc>
                        <a:spcAft>
                          <a:spcPts val="0"/>
                        </a:spcAft>
                        <a:buNone/>
                      </a:pPr>
                      <a:r>
                        <a:rPr lang="en-US" sz="1200" b="1" noProof="0">
                          <a:effectLst/>
                          <a:latin typeface="Aptos" panose="020B0004020202020204" pitchFamily="34" charset="0"/>
                        </a:rPr>
                        <a:t>Input</a:t>
                      </a:r>
                      <a:endParaRPr lang="en-US" sz="1200" b="1" noProof="0">
                        <a:effectLst/>
                        <a:latin typeface="Aptos" panose="020B0004020202020204" pitchFamily="34" charset="0"/>
                        <a:ea typeface="Aptos" panose="020B0004020202020204" pitchFamily="34" charset="0"/>
                        <a:cs typeface="Arial" panose="020B0604020202020204" pitchFamily="34" charset="0"/>
                      </a:endParaRP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lvl="0" indent="-342900">
                        <a:lnSpc>
                          <a:spcPct val="107000"/>
                        </a:lnSpc>
                        <a:buFont typeface="+mj-lt"/>
                        <a:buAutoNum type="arabicPeriod"/>
                      </a:pPr>
                      <a:r>
                        <a:rPr lang="en-US" sz="1200" noProof="0">
                          <a:effectLst/>
                          <a:latin typeface="Aptos" panose="020B0004020202020204" pitchFamily="34" charset="0"/>
                          <a:ea typeface="Aptos" panose="020B0004020202020204" pitchFamily="34" charset="0"/>
                          <a:cs typeface="Arial" panose="020B0604020202020204" pitchFamily="34" charset="0"/>
                        </a:rPr>
                        <a:t>Voice recordings from the site visit</a:t>
                      </a:r>
                    </a:p>
                    <a:p>
                      <a:pPr marL="342900" lvl="0" indent="-342900">
                        <a:lnSpc>
                          <a:spcPct val="107000"/>
                        </a:lnSpc>
                        <a:buFont typeface="+mj-lt"/>
                        <a:buAutoNum type="arabicPeriod"/>
                      </a:pPr>
                      <a:r>
                        <a:rPr lang="en-US" sz="1200" noProof="0">
                          <a:effectLst/>
                          <a:latin typeface="Aptos" panose="020B0004020202020204" pitchFamily="34" charset="0"/>
                          <a:ea typeface="Aptos" panose="020B0004020202020204" pitchFamily="34" charset="0"/>
                          <a:cs typeface="Arial" panose="020B0604020202020204" pitchFamily="34" charset="0"/>
                        </a:rPr>
                        <a:t>Customer documents (building and renovation reports, drawings, spreadsheets, maintenance records)</a:t>
                      </a:r>
                    </a:p>
                    <a:p>
                      <a:pPr marL="342900" lvl="0" indent="-342900">
                        <a:lnSpc>
                          <a:spcPct val="107000"/>
                        </a:lnSpc>
                        <a:buFont typeface="+mj-lt"/>
                        <a:buAutoNum type="arabicPeriod"/>
                      </a:pPr>
                      <a:r>
                        <a:rPr lang="en-US" sz="1200" noProof="0">
                          <a:effectLst/>
                          <a:latin typeface="Aptos" panose="020B0004020202020204" pitchFamily="34" charset="0"/>
                          <a:ea typeface="Aptos" panose="020B0004020202020204" pitchFamily="34" charset="0"/>
                          <a:cs typeface="Arial" panose="020B0604020202020204" pitchFamily="34" charset="0"/>
                        </a:rPr>
                        <a:t>Report template with sections and required items</a:t>
                      </a:r>
                    </a:p>
                    <a:p>
                      <a:pPr marL="342900" lvl="0" indent="-342900">
                        <a:lnSpc>
                          <a:spcPct val="107000"/>
                        </a:lnSpc>
                        <a:spcAft>
                          <a:spcPts val="800"/>
                        </a:spcAft>
                        <a:buFont typeface="+mj-lt"/>
                        <a:buAutoNum type="arabicPeriod"/>
                      </a:pPr>
                      <a:r>
                        <a:rPr lang="en-US" sz="1200" noProof="0">
                          <a:effectLst/>
                          <a:latin typeface="Aptos" panose="020B0004020202020204" pitchFamily="34" charset="0"/>
                          <a:ea typeface="Aptos" panose="020B0004020202020204" pitchFamily="34" charset="0"/>
                          <a:cs typeface="Arial" panose="020B0604020202020204" pitchFamily="34" charset="0"/>
                        </a:rPr>
                        <a:t>Sample report and writing instructions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16924050"/>
                  </a:ext>
                </a:extLst>
              </a:tr>
              <a:tr h="219988">
                <a:tc>
                  <a:txBody>
                    <a:bodyPr/>
                    <a:lstStyle/>
                    <a:p>
                      <a:pPr>
                        <a:lnSpc>
                          <a:spcPct val="100000"/>
                        </a:lnSpc>
                        <a:spcAft>
                          <a:spcPts val="0"/>
                        </a:spcAft>
                        <a:buNone/>
                      </a:pPr>
                      <a:r>
                        <a:rPr lang="en-US" sz="1200" b="1" noProof="0">
                          <a:effectLst/>
                          <a:latin typeface="Aptos" panose="020B0004020202020204" pitchFamily="34" charset="0"/>
                        </a:rPr>
                        <a:t>Output</a:t>
                      </a:r>
                      <a:endParaRPr lang="en-US" sz="1200" b="1" noProof="0">
                        <a:effectLst/>
                        <a:latin typeface="Aptos" panose="020B0004020202020204" pitchFamily="34" charset="0"/>
                        <a:ea typeface="Aptos" panose="020B0004020202020204" pitchFamily="34" charset="0"/>
                        <a:cs typeface="Arial" panose="020B0604020202020204" pitchFamily="34" charset="0"/>
                      </a:endParaRP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US" sz="1200" noProof="0">
                          <a:effectLst/>
                          <a:latin typeface="Aptos" panose="020B0004020202020204" pitchFamily="34" charset="0"/>
                          <a:ea typeface="Aptos" panose="020B0004020202020204" pitchFamily="34" charset="0"/>
                          <a:cs typeface="Arial" panose="020B0604020202020204" pitchFamily="34" charset="0"/>
                        </a:rPr>
                        <a:t>Draft report (Word) on the company template, with source citations and a review log</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1106371"/>
                  </a:ext>
                </a:extLst>
              </a:tr>
              <a:tr h="214035">
                <a:tc>
                  <a:txBody>
                    <a:bodyPr/>
                    <a:lstStyle/>
                    <a:p>
                      <a:pPr>
                        <a:lnSpc>
                          <a:spcPct val="100000"/>
                        </a:lnSpc>
                        <a:spcAft>
                          <a:spcPts val="0"/>
                        </a:spcAft>
                        <a:buNone/>
                      </a:pPr>
                      <a:r>
                        <a:rPr lang="en-US" sz="1200" b="1" noProof="0">
                          <a:effectLst/>
                          <a:latin typeface="Aptos" panose="020B0004020202020204" pitchFamily="34" charset="0"/>
                        </a:rPr>
                        <a:t>Expected benefits / value</a:t>
                      </a:r>
                      <a:endParaRPr lang="en-US" sz="1200" b="1" noProof="0">
                        <a:effectLst/>
                        <a:latin typeface="Aptos" panose="020B0004020202020204" pitchFamily="34" charset="0"/>
                        <a:ea typeface="Aptos" panose="020B0004020202020204" pitchFamily="34" charset="0"/>
                        <a:cs typeface="Arial" panose="020B0604020202020204" pitchFamily="34" charset="0"/>
                      </a:endParaRPr>
                    </a:p>
                  </a:txBody>
                  <a:tcPr marL="72000" marR="72000" marT="72000" marB="72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lvl="0" indent="-342900">
                        <a:lnSpc>
                          <a:spcPct val="107000"/>
                        </a:lnSpc>
                        <a:buFont typeface="+mj-lt"/>
                        <a:buAutoNum type="arabicPeriod"/>
                      </a:pPr>
                      <a:r>
                        <a:rPr lang="en-US" sz="1200" noProof="0">
                          <a:effectLst/>
                          <a:latin typeface="Aptos" panose="020B0004020202020204" pitchFamily="34" charset="0"/>
                          <a:ea typeface="Aptos" panose="020B0004020202020204" pitchFamily="34" charset="0"/>
                          <a:cs typeface="Arial" panose="020B0604020202020204" pitchFamily="34" charset="0"/>
                        </a:rPr>
                        <a:t>Less writing time per report</a:t>
                      </a:r>
                    </a:p>
                    <a:p>
                      <a:pPr marL="342900" lvl="0" indent="-342900">
                        <a:lnSpc>
                          <a:spcPct val="107000"/>
                        </a:lnSpc>
                        <a:buFont typeface="+mj-lt"/>
                        <a:buAutoNum type="arabicPeriod"/>
                      </a:pPr>
                      <a:r>
                        <a:rPr lang="en-US" sz="1200" noProof="0">
                          <a:effectLst/>
                          <a:latin typeface="Aptos" panose="020B0004020202020204" pitchFamily="34" charset="0"/>
                          <a:ea typeface="Aptos" panose="020B0004020202020204" pitchFamily="34" charset="0"/>
                          <a:cs typeface="Arial" panose="020B0604020202020204" pitchFamily="34" charset="0"/>
                        </a:rPr>
                        <a:t>Fewer factual errors</a:t>
                      </a:r>
                    </a:p>
                    <a:p>
                      <a:pPr marL="342900" lvl="0" indent="-342900">
                        <a:lnSpc>
                          <a:spcPct val="107000"/>
                        </a:lnSpc>
                        <a:buFont typeface="+mj-lt"/>
                        <a:buAutoNum type="arabicPeriod"/>
                      </a:pPr>
                      <a:r>
                        <a:rPr lang="en-US" sz="1200" noProof="0">
                          <a:effectLst/>
                          <a:latin typeface="Aptos" panose="020B0004020202020204" pitchFamily="34" charset="0"/>
                          <a:ea typeface="Aptos" panose="020B0004020202020204" pitchFamily="34" charset="0"/>
                          <a:cs typeface="Arial" panose="020B0604020202020204" pitchFamily="34" charset="0"/>
                        </a:rPr>
                        <a:t>Every statement traceable to its source</a:t>
                      </a:r>
                    </a:p>
                    <a:p>
                      <a:pPr marL="342900" lvl="0" indent="-342900">
                        <a:lnSpc>
                          <a:spcPct val="107000"/>
                        </a:lnSpc>
                        <a:spcAft>
                          <a:spcPts val="800"/>
                        </a:spcAft>
                        <a:buFont typeface="+mj-lt"/>
                        <a:buAutoNum type="arabicPeriod"/>
                      </a:pPr>
                      <a:r>
                        <a:rPr lang="en-US" sz="1200" noProof="0">
                          <a:effectLst/>
                          <a:latin typeface="Aptos" panose="020B0004020202020204" pitchFamily="34" charset="0"/>
                          <a:ea typeface="Aptos" panose="020B0004020202020204" pitchFamily="34" charset="0"/>
                          <a:cs typeface="Arial" panose="020B0604020202020204" pitchFamily="34" charset="0"/>
                        </a:rPr>
                        <a:t>Consistent reports across inspectors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4160286"/>
                  </a:ext>
                </a:extLst>
              </a:tr>
            </a:tbl>
          </a:graphicData>
        </a:graphic>
      </p:graphicFrame>
      <p:sp>
        <p:nvSpPr>
          <p:cNvPr id="4" name="TextBox 3">
            <a:extLst>
              <a:ext uri="{FF2B5EF4-FFF2-40B4-BE49-F238E27FC236}">
                <a16:creationId xmlns:a16="http://schemas.microsoft.com/office/drawing/2014/main" id="{CC68E013-F5A1-9C4C-7125-43A73EBA3D40}"/>
              </a:ext>
            </a:extLst>
          </p:cNvPr>
          <p:cNvSpPr txBox="1"/>
          <p:nvPr/>
        </p:nvSpPr>
        <p:spPr>
          <a:xfrm>
            <a:off x="10708888" y="0"/>
            <a:ext cx="148311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572F91"/>
                </a:solidFill>
                <a:effectLst/>
                <a:uLnTx/>
                <a:uFillTx/>
                <a:latin typeface="Arial" panose="020B0604020202020204"/>
                <a:ea typeface="+mn-ea"/>
                <a:cs typeface="+mn-cs"/>
              </a:rPr>
              <a:t>BETA version</a:t>
            </a:r>
          </a:p>
        </p:txBody>
      </p:sp>
    </p:spTree>
    <p:extLst>
      <p:ext uri="{BB962C8B-B14F-4D97-AF65-F5344CB8AC3E}">
        <p14:creationId xmlns:p14="http://schemas.microsoft.com/office/powerpoint/2010/main" val="1686751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Custom 18">
      <a:dk1>
        <a:srgbClr val="000000"/>
      </a:dk1>
      <a:lt1>
        <a:srgbClr val="FFFFFF"/>
      </a:lt1>
      <a:dk2>
        <a:srgbClr val="44546A"/>
      </a:dk2>
      <a:lt2>
        <a:srgbClr val="E7E6E6"/>
      </a:lt2>
      <a:accent1>
        <a:srgbClr val="0079C2"/>
      </a:accent1>
      <a:accent2>
        <a:srgbClr val="8BADDC"/>
      </a:accent2>
      <a:accent3>
        <a:srgbClr val="00AACD"/>
      </a:accent3>
      <a:accent4>
        <a:srgbClr val="CAD510"/>
      </a:accent4>
      <a:accent5>
        <a:srgbClr val="99C879"/>
      </a:accent5>
      <a:accent6>
        <a:srgbClr val="FBB900"/>
      </a:accent6>
      <a:hlink>
        <a:srgbClr val="DF006E"/>
      </a:hlink>
      <a:folHlink>
        <a:srgbClr val="888B8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aaga_Helia_PPT2020_simplified_FINAL.pptx" id="{F8AF45FA-2485-4975-9724-BCA7566B273D}" vid="{5C7E5427-9A9C-4C31-9507-78515B0EAB1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Asiakirja" ma:contentTypeID="0x010100637C7E7AB6AB894987CF398648DBC836" ma:contentTypeVersion="12" ma:contentTypeDescription="Luo uusi asiakirja." ma:contentTypeScope="" ma:versionID="875dfd67fcc7eb71f5186b9cf35054d8">
  <xsd:schema xmlns:xsd="http://www.w3.org/2001/XMLSchema" xmlns:xs="http://www.w3.org/2001/XMLSchema" xmlns:p="http://schemas.microsoft.com/office/2006/metadata/properties" xmlns:ns2="821c299e-90c1-4fd0-bc6e-dedd7030ac76" xmlns:ns3="2e70be20-d9ef-4e8b-907b-980451580b60" targetNamespace="http://schemas.microsoft.com/office/2006/metadata/properties" ma:root="true" ma:fieldsID="c8b8378c08ad45c9ceeee89c00a34c6d" ns2:_="" ns3:_="">
    <xsd:import namespace="821c299e-90c1-4fd0-bc6e-dedd7030ac76"/>
    <xsd:import namespace="2e70be20-d9ef-4e8b-907b-980451580b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1c299e-90c1-4fd0-bc6e-dedd7030ac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Kuvien tunnisteet" ma:readOnly="false" ma:fieldId="{5cf76f15-5ced-4ddc-b409-7134ff3c332f}" ma:taxonomyMulti="true" ma:sspId="b840f101-7d04-46f0-beee-8e35b8c16e43"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e70be20-d9ef-4e8b-907b-980451580b6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71ad07f-4a67-4bee-b900-08b771dcff08}" ma:internalName="TaxCatchAll" ma:showField="CatchAllData" ma:web="2e70be20-d9ef-4e8b-907b-980451580b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isältölaji"/>
        <xsd:element ref="dc:title" minOccurs="0" maxOccurs="1" ma:index="4" ma:displayName="Otsikk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21c299e-90c1-4fd0-bc6e-dedd7030ac76">
      <Terms xmlns="http://schemas.microsoft.com/office/infopath/2007/PartnerControls"/>
    </lcf76f155ced4ddcb4097134ff3c332f>
    <TaxCatchAll xmlns="2e70be20-d9ef-4e8b-907b-980451580b60" xsi:nil="true"/>
  </documentManagement>
</p:properties>
</file>

<file path=customXml/itemProps1.xml><?xml version="1.0" encoding="utf-8"?>
<ds:datastoreItem xmlns:ds="http://schemas.openxmlformats.org/officeDocument/2006/customXml" ds:itemID="{C7911769-39A2-4B58-B612-7EE4C7E5CCA9}"/>
</file>

<file path=customXml/itemProps2.xml><?xml version="1.0" encoding="utf-8"?>
<ds:datastoreItem xmlns:ds="http://schemas.openxmlformats.org/officeDocument/2006/customXml" ds:itemID="{A22B59A6-80D0-4CDB-A4FD-12E0FB25EDDE}"/>
</file>

<file path=customXml/itemProps3.xml><?xml version="1.0" encoding="utf-8"?>
<ds:datastoreItem xmlns:ds="http://schemas.openxmlformats.org/officeDocument/2006/customXml" ds:itemID="{72B99AFE-39DE-4E12-B986-E14412067467}"/>
</file>

<file path=docProps/app.xml><?xml version="1.0" encoding="utf-8"?>
<Properties xmlns="http://schemas.openxmlformats.org/officeDocument/2006/extended-properties" xmlns:vt="http://schemas.openxmlformats.org/officeDocument/2006/docPropsVTypes">
  <TotalTime>0</TotalTime>
  <Words>221</Words>
  <Application>Microsoft Office PowerPoint</Application>
  <PresentationFormat>Widescreen</PresentationFormat>
  <Paragraphs>26</Paragraphs>
  <Slides>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Aptos</vt:lpstr>
      <vt:lpstr>Aptos Display</vt:lpstr>
      <vt:lpstr>Arial</vt:lpstr>
      <vt:lpstr>Wingdings</vt:lpstr>
      <vt:lpstr>Office Theme</vt:lpstr>
      <vt:lpstr>2_Office Theme</vt:lpstr>
      <vt:lpstr>GenAI product description: Incident reporting use case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Kudryavtsev Dmitry</dc:creator>
  <cp:lastModifiedBy>Kudryavtsev Dmitry</cp:lastModifiedBy>
  <cp:revision>1</cp:revision>
  <dcterms:created xsi:type="dcterms:W3CDTF">2026-02-06T16:25:11Z</dcterms:created>
  <dcterms:modified xsi:type="dcterms:W3CDTF">2026-02-06T16:25:20Z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0x010100637C7E7AB6AB894987CF398648DBC836</vt:lpwstr>
  </property>
</Properties>
</file>